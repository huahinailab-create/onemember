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TITLE  (Target: 1 min)</a:t>
            </a:r>
          </a:p>
          <a:p/>
          <a:p>
            <a:r>
              <a:t>Open: "Thank you for giving us 20 minutes today."</a:t>
            </a:r>
          </a:p>
          <a:p/>
          <a:p>
            <a:r>
              <a:t>OneMember is a merchant growth platform — not just a loyalty app. We give local businesses the tools that enterprise chains have always had.</a:t>
            </a:r>
          </a:p>
          <a:p/>
          <a:p>
            <a:r>
              <a:t>Key talking points:</a:t>
            </a:r>
          </a:p>
          <a:p>
            <a:r>
              <a:t>• Already live, merchants in Thailand using it today</a:t>
            </a:r>
          </a:p>
          <a:p>
            <a:r>
              <a:t>• This is a conversation, not a pitch</a:t>
            </a:r>
          </a:p>
          <a:p>
            <a:r>
              <a:t>• ASK: "What loyalty or membership programme do you run today?"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THE PROBLEM  (Target: 2 min)</a:t>
            </a:r>
          </a:p>
          <a:p/>
          <a:p>
            <a:r>
              <a:t>Make the merchant feel understood before presenting a solution.</a:t>
            </a:r>
          </a:p>
          <a:p/>
          <a:p>
            <a:r>
              <a:t>• Paper loyalty cards get lost, damaged, forgotten — merchant gains nothing</a:t>
            </a:r>
          </a:p>
          <a:p>
            <a:r>
              <a:t>• Without data, targeted promotions are impossible</a:t>
            </a:r>
          </a:p>
          <a:p>
            <a:r>
              <a:t>• Customer acquisition costs 5–7× more than retention</a:t>
            </a:r>
          </a:p>
          <a:p>
            <a:r>
              <a:t>• No automation = missed birthdays, no win-back campaigns</a:t>
            </a:r>
          </a:p>
          <a:p>
            <a:r>
              <a:t>• Competitors with digital loyalty gain measurable advantage</a:t>
            </a:r>
          </a:p>
          <a:p/>
          <a:p>
            <a:r>
              <a:t>ASK: "How do you know which customers haven't been back in 3 months?"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COST  (Target: 1 min)</a:t>
            </a:r>
          </a:p>
          <a:p/>
          <a:p>
            <a:r>
              <a:t>Let the numbers breathe. Do not rush.</a:t>
            </a:r>
          </a:p>
          <a:p/>
          <a:p>
            <a:r>
              <a:t>• 5–7× more expensive to acquire a new customer vs. retain one</a:t>
            </a:r>
          </a:p>
          <a:p>
            <a:r>
              <a:t>• Repeat customers spend 67% more than new customers on average</a:t>
            </a:r>
          </a:p>
          <a:p>
            <a:r>
              <a:t>• 5% increase in retention can drive 25–95% profit increase (Bain &amp; Co)</a:t>
            </a:r>
          </a:p>
          <a:p/>
          <a:p>
            <a:r>
              <a:t>Make retention feel like the highest-ROI activity in the room.</a:t>
            </a:r>
          </a:p>
          <a:p/>
          <a:p>
            <a:r>
              <a:t>ASK: "If you could bring back 20% of lapsed customers, what would that mean?"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INTRODUCING ONEMEMBER  (Target: 2 min)</a:t>
            </a:r>
          </a:p>
          <a:p/>
          <a:p>
            <a:r>
              <a:t>Five pillars — ACQUIRE, RETAIN, REWARD, UNDERSTAND, GROW.</a:t>
            </a:r>
          </a:p>
          <a:p/>
          <a:p>
            <a:r>
              <a:t>• ACQUIRE — QR scan, digital membership, zero friction</a:t>
            </a:r>
          </a:p>
          <a:p>
            <a:r>
              <a:t>• RETAIN — birthday rewards, expiry reminders, win-back triggers</a:t>
            </a:r>
          </a:p>
          <a:p>
            <a:r>
              <a:t>• REWARD — points, stamps, custom redemptions</a:t>
            </a:r>
          </a:p>
          <a:p>
            <a:r>
              <a:t>• UNDERSTAND — member demographics, visit frequency, spend patterns</a:t>
            </a:r>
          </a:p>
          <a:p>
            <a:r>
              <a:t>• GROW — data-driven campaigns, segment targeting</a:t>
            </a:r>
          </a:p>
          <a:p/>
          <a:p>
            <a:r>
              <a:t>Positioning: "We are not a loyalty app. We are a merchant growth platform."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MERCHANT JOURNEY  (Target: 2 min)</a:t>
            </a:r>
          </a:p>
          <a:p/>
          <a:p>
            <a:r>
              <a:t>Walk each step. Make it feel achievable.</a:t>
            </a:r>
          </a:p>
          <a:p/>
          <a:p>
            <a:r>
              <a:t>1. Register — 5 minutes, no contract</a:t>
            </a:r>
          </a:p>
          <a:p>
            <a:r>
              <a:t>2. Campaign — set up points, stamps, or hybrid programme</a:t>
            </a:r>
          </a:p>
          <a:p>
            <a:r>
              <a:t>3. Members — customers scan QR code and join instantly</a:t>
            </a:r>
          </a:p>
          <a:p>
            <a:r>
              <a:t>4. Rewards — configure what members earn and redeem</a:t>
            </a:r>
          </a:p>
          <a:p>
            <a:r>
              <a:t>5. Track — real-time dashboard: members, redemptions, revenue</a:t>
            </a:r>
          </a:p>
          <a:p>
            <a:r>
              <a:t>6. Grow — use insights to run targeted campaigns and win-backs</a:t>
            </a:r>
          </a:p>
          <a:p/>
          <a:p>
            <a:r>
              <a:t>ASK: "Which step feels most valuable for your business right now?"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CUSTOMER JOURNEY  (Target: 1 min)</a:t>
            </a:r>
          </a:p>
          <a:p/>
          <a:p>
            <a:r>
              <a:t>Customer sign-up is designed to take under 30 seconds.</a:t>
            </a:r>
          </a:p>
          <a:p/>
          <a:p>
            <a:r>
              <a:t>1. Visit — customer arrives</a:t>
            </a:r>
          </a:p>
          <a:p>
            <a:r>
              <a:t>2. Scan — one QR code on their phone</a:t>
            </a:r>
          </a:p>
          <a:p>
            <a:r>
              <a:t>3. Share — first name and phone only (no app download)</a:t>
            </a:r>
          </a:p>
          <a:p>
            <a:r>
              <a:t>4. Join — enrolled instantly, first points applied immediately</a:t>
            </a:r>
          </a:p>
          <a:p>
            <a:r>
              <a:t>5. Earn — every visit earns points or stamps</a:t>
            </a:r>
          </a:p>
          <a:p>
            <a:r>
              <a:t>6. Redeem — exchange for rewards the merchant defines</a:t>
            </a:r>
          </a:p>
          <a:p>
            <a:r>
              <a:t>7. Return — rewards drive repeat visits</a:t>
            </a:r>
          </a:p>
          <a:p/>
          <a:p>
            <a:r>
              <a:t>North Star: "A customer can join in under 30 seconds."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COMPARISON  (Target: 2 min)</a:t>
            </a:r>
          </a:p>
          <a:p/>
          <a:p>
            <a:r>
              <a:t>Handle objections before they arise.</a:t>
            </a:r>
          </a:p>
          <a:p/>
          <a:p>
            <a:r>
              <a:t>Traditional: paper cards lost, no data, manual tracking, no automation, no analytics, high setup cost.</a:t>
            </a:r>
          </a:p>
          <a:p/>
          <a:p>
            <a:r>
              <a:t>OneMember: digital on any phone, full profile from first scan, automatic tracking, automated birthday + win-back, real-time dashboard, affordable flat fee.</a:t>
            </a:r>
          </a:p>
          <a:p/>
          <a:p>
            <a:r>
              <a:t>ASK: "If you could see every customer's visit history in one screen, how would that change the way you run promotions?"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MERCHANT BENEFITS  (Target: 1 min)</a:t>
            </a:r>
          </a:p>
          <a:p/>
          <a:p>
            <a:r>
              <a:t>Connect each benefit to a pain point.</a:t>
            </a:r>
          </a:p>
          <a:p/>
          <a:p>
            <a:r>
              <a:t>1. Grow member database automatically on every visit</a:t>
            </a:r>
          </a:p>
          <a:p>
            <a:r>
              <a:t>2. Know customers — demographics, frequency, spend</a:t>
            </a:r>
          </a:p>
          <a:p>
            <a:r>
              <a:t>3. Targeted promotions — right offer, right customer, right time</a:t>
            </a:r>
          </a:p>
          <a:p>
            <a:r>
              <a:t>4. Automate birthday + anniversary rewards (zero manual effort)</a:t>
            </a:r>
          </a:p>
          <a:p>
            <a:r>
              <a:t>5. Reduce reliance on blanket discounts</a:t>
            </a:r>
          </a:p>
          <a:p>
            <a:r>
              <a:t>6. One dashboard — members, transactions, rewards, reports</a:t>
            </a:r>
          </a:p>
          <a:p>
            <a:r>
              <a:t>7. Affordable flat monthly fee — no per-transaction costs</a:t>
            </a:r>
          </a:p>
          <a:p>
            <a:r>
              <a:t>8. Setup in under 10 minutes — no IT team needed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CUSTOMER BENEFITS  (Target: 1 min)</a:t>
            </a:r>
          </a:p>
          <a:p/>
          <a:p>
            <a:r>
              <a:t>A great customer experience drives merchant adoption.</a:t>
            </a:r>
          </a:p>
          <a:p/>
          <a:p>
            <a:r>
              <a:t>1. No app download — runs in any mobile browser</a:t>
            </a:r>
          </a:p>
          <a:p>
            <a:r>
              <a:t>2. Join in under 30 seconds — name and phone only</a:t>
            </a:r>
          </a:p>
          <a:p>
            <a:r>
              <a:t>3. Earn automatically on every visit</a:t>
            </a:r>
          </a:p>
          <a:p>
            <a:r>
              <a:t>4. Instant redemption at the counter</a:t>
            </a:r>
          </a:p>
          <a:p>
            <a:r>
              <a:t>5. Birthday rewards — delivered automatically</a:t>
            </a:r>
          </a:p>
          <a:p>
            <a:r>
              <a:t>6. Privacy-first — minimal data collection</a:t>
            </a:r>
          </a:p>
          <a:p>
            <a:r>
              <a:t>7. Works at every location of the business</a:t>
            </a:r>
          </a:p>
          <a:p>
            <a:r>
              <a:t>8. Digital card — can never be lost or forgotten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INTELLIGENCE  (Target: 1 min)</a:t>
            </a:r>
          </a:p>
          <a:p/>
          <a:p>
            <a:r>
              <a:t>Position as the near-future state — Phase 2 roadmap.</a:t>
            </a:r>
          </a:p>
          <a:p/>
          <a:p>
            <a:r>
              <a:t>"Right now you get a clear dashboard. In the next phase, OneMember adds intelligence on top of your data."</a:t>
            </a:r>
          </a:p>
          <a:p/>
          <a:p>
            <a:r>
              <a:t>Coming capabilities:</a:t>
            </a:r>
          </a:p>
          <a:p>
            <a:r>
              <a:t>• Churn prediction — at-risk customers before they stop coming</a:t>
            </a:r>
          </a:p>
          <a:p>
            <a:r>
              <a:t>• Campaign analytics — which promotions drive revenue</a:t>
            </a:r>
          </a:p>
          <a:p>
            <a:r>
              <a:t>• Spend segmentation — top 20% of customers = 80% of revenue</a:t>
            </a:r>
          </a:p>
          <a:p>
            <a:r>
              <a:t>• Visit frequency heat maps — best days for campaigns</a:t>
            </a:r>
          </a:p>
          <a:p>
            <a:r>
              <a:t>• Win-back automation — offer triggers at 30-day lapse</a:t>
            </a:r>
          </a:p>
          <a:p>
            <a:r>
              <a:t>• Revenue attribution — campaign ROI tracked directly</a:t>
            </a:r>
          </a:p>
          <a:p/>
          <a:p>
            <a:r>
              <a:t>"We are building the CRM that local businesses have never had."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ROADMAP  (Target: 1 min)</a:t>
            </a:r>
          </a:p>
          <a:p/>
          <a:p>
            <a:r>
              <a:t>Direction, not promises. Brief.</a:t>
            </a:r>
          </a:p>
          <a:p/>
          <a:p>
            <a:r>
              <a:t>Phase 1 (Now): Merchant loyalty — membership, rewards, campaigns, analytics</a:t>
            </a:r>
          </a:p>
          <a:p>
            <a:r>
              <a:t>Phase 2: Customer Wallet — unified loyalty app for customers</a:t>
            </a:r>
          </a:p>
          <a:p>
            <a:r>
              <a:t>Phase 3: Commerce — buy/sell within the OneMember ecosystem</a:t>
            </a:r>
          </a:p>
          <a:p>
            <a:r>
              <a:t>Phase 4: POS Integration — connect or replace point-of-sale</a:t>
            </a:r>
          </a:p>
          <a:p>
            <a:r>
              <a:t>Phase 5: Inventory — smart inventory linked to loyalty data</a:t>
            </a:r>
          </a:p>
          <a:p>
            <a:r>
              <a:t>Phase 6: Accounting — link loyalty and sales to accounting</a:t>
            </a:r>
          </a:p>
          <a:p>
            <a:r>
              <a:t>Phase 7: AI — personalised recommendations, predictive analytics</a:t>
            </a:r>
          </a:p>
          <a:p>
            <a:r>
              <a:t>Phase 8: Regional — expand beyond Thailand to Southeast Asia</a:t>
            </a:r>
          </a:p>
          <a:p/>
          <a:p>
            <a:r>
              <a:t>"We are building the operating system for local business."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— WHY DIFFERENT  (Target: 1 min)</a:t>
            </a:r>
          </a:p>
          <a:p/>
          <a:p>
            <a:r>
              <a:t>Close the story. Six real differentiators.</a:t>
            </a:r>
          </a:p>
          <a:p/>
          <a:p>
            <a:r>
              <a:t>1. Merchant-first — built for growth, not an app store rating</a:t>
            </a:r>
          </a:p>
          <a:p>
            <a:r>
              <a:t>2. No app download — removes the #1 barrier to customer adoption</a:t>
            </a:r>
          </a:p>
          <a:p>
            <a:r>
              <a:t>3. Privacy by design — minimum data, maximum trust</a:t>
            </a:r>
          </a:p>
          <a:p>
            <a:r>
              <a:t>4. Thailand-first — Thai Baht, Thai language, local context built in</a:t>
            </a:r>
          </a:p>
          <a:p>
            <a:r>
              <a:t>5. SME pricing — enterprise tools at local business price points</a:t>
            </a:r>
          </a:p>
          <a:p>
            <a:r>
              <a:t>6. Built to scale — one outlet to a full chain, same platform</a:t>
            </a:r>
          </a:p>
          <a:p/>
          <a:p>
            <a:r>
              <a:t>"We built this for merchants like you."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CALL TO ACTION  (Target: 1 min)</a:t>
            </a:r>
          </a:p>
          <a:p/>
          <a:p>
            <a:r>
              <a:t>Close with three clear options.</a:t>
            </a:r>
          </a:p>
          <a:p/>
          <a:p>
            <a:r>
              <a:t>A. Start Today — open a laptop, register right now. Takes 5 minutes.</a:t>
            </a:r>
          </a:p>
          <a:p>
            <a:r>
              <a:t>B. See a Demo — 15-minute live walkthrough: register, campaign, customer scan.</a:t>
            </a:r>
          </a:p>
          <a:p>
            <a:r>
              <a:t>C. Take Home — one-page summary, follow-up within 48 hours.</a:t>
            </a:r>
          </a:p>
          <a:p/>
          <a:p>
            <a:r>
              <a:t>RULE: Never leave without a next step — a date, a time, a commitment.</a:t>
            </a:r>
          </a:p>
          <a:p/>
          <a:p>
            <a:r>
              <a:t>ASK: "Which of these three makes the most sense for you today?"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63040" y="137160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200" b="1">
                <a:solidFill>
                  <a:srgbClr val="FF1585"/>
                </a:solidFill>
                <a:latin typeface="Arial"/>
              </a:rPr>
              <a:t>one</a:t>
            </a:r>
            <a:r>
              <a:rPr sz="72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3040" y="2084832"/>
            <a:ext cx="1280160" cy="381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07792" y="20391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Arial"/>
              </a:rPr>
              <a:t>Tap to join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2514600"/>
            <a:ext cx="777240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697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4"/>
                </a:solidFill>
                <a:latin typeface="Arial"/>
              </a:rPr>
              <a:t>The Merchant Growth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246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Reward Loyalty.  Grow Your Business.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297680"/>
            <a:ext cx="2286000" cy="4114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431596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Digital Membership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4297680"/>
            <a:ext cx="2286000" cy="4114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431596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Automated Rewards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297680"/>
            <a:ext cx="2286000" cy="4114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1596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Real-Time Analytics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4297680"/>
            <a:ext cx="2286000" cy="4114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431596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Thailand-First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943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onemember.app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45720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1585"/>
                </a:solidFill>
                <a:latin typeface="Arial"/>
              </a:rPr>
              <a:t>one</a:t>
            </a:r>
            <a:r>
              <a:rPr sz="22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118872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FF1585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333756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4"/>
                </a:solidFill>
                <a:latin typeface="Arial"/>
              </a:rPr>
              <a:t>pain points every
local business
faces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5943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1585"/>
                </a:solidFill>
                <a:latin typeface="Arial"/>
              </a:rPr>
              <a:t>OneMember solves all six.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560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560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4389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Paper Loyalty Cards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9144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0332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Get lost, damaged, or forgotten.
Merchants gain nothing from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560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2560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389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No Customer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3952" y="9144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0332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You serve hundreds of people
but you don't know any of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53144" y="2560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53144" y="2560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4389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Costly Acquisition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36024" y="9144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6024" y="10332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New customers cost 5–7×
more than retention.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9992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9000" y="29992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1880" y="31821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No Automation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6576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37764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Birthday offers, win-backs,
expiry reminders — all manual.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91072" y="29992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072" y="29992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31821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Fragmented Tools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3952" y="36576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37764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Spreadsheets, WhatsApp, paper.
No single source of truth.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53144" y="29992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53144" y="29992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36024" y="31821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Competitor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36024" y="36576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36024" y="37764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Chains have digital loyalty.
Independents are falling behind.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THE COST OF LOSING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Retention is the highest-ROI
activity in your business.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914400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0624" y="2103120"/>
            <a:ext cx="3657600" cy="4114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24231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1585"/>
                </a:solidFill>
                <a:latin typeface="Arial"/>
              </a:rPr>
              <a:t>5–7×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4023360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42519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Arial"/>
              </a:rPr>
              <a:t>more expensive to
acquire a new customer
vs. retaining 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03120"/>
            <a:ext cx="3657600" cy="4114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1104" y="24231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1585"/>
                </a:solidFill>
                <a:latin typeface="Arial"/>
              </a:rPr>
              <a:t>67%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8304" y="4023360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1104" y="42519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Arial"/>
              </a:rPr>
              <a:t>more revenue generated
by repeat customers vs.
first-time visitors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4" y="2103120"/>
            <a:ext cx="3657600" cy="4114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1584" y="24231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1585"/>
                </a:solidFill>
                <a:latin typeface="Arial"/>
              </a:rPr>
              <a:t>25–95%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58784" y="4023360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4" y="42519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Arial"/>
              </a:rPr>
              <a:t>profit increase from just
a 5% improvement in
customer retention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Arial"/>
              </a:rPr>
              <a:t>Sources: Bain &amp; Company · Harvard Business Review · Forbes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INTRODUCING ONEMEMBER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Merchant Growth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Arial"/>
              </a:rPr>
              <a:t>Five capabilities. One platform. Built for local business.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2240280" cy="411480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QR scan membership in seconds.
No app download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2148840"/>
            <a:ext cx="2240280" cy="411480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7208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RETAIN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72968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16936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Birthday rewards, win-back triggers,
expiry reminders — automated.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02936" y="2148840"/>
            <a:ext cx="2240280" cy="4114800"/>
          </a:xfrm>
          <a:prstGeom prst="roundRect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2936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REWARD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68696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2664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Points, stamps, custom redemptions.
Configured your way.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98664" y="2148840"/>
            <a:ext cx="2240280" cy="4114800"/>
          </a:xfrm>
          <a:prstGeom prst="roundRect">
            <a:avLst/>
          </a:prstGeom>
          <a:solidFill>
            <a:srgbClr val="3A2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98664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98664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UNDERSTAND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64424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8392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Demographics, visit frequency,
spend patterns — all visible.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94392" y="2148840"/>
            <a:ext cx="2240280" cy="4114800"/>
          </a:xfrm>
          <a:prstGeom prst="roundRect">
            <a:avLst/>
          </a:prstGeom>
          <a:solidFill>
            <a:srgbClr val="5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94392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GROW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60152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04120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Intelligence that turns data
into campaigns that convert.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YOUR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From zero to a thriving membership programme.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Arial"/>
              </a:rPr>
              <a:t>Everything you need. Set up in under 10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920240"/>
            <a:ext cx="1828800" cy="384048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4420" y="2148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Register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401568"/>
            <a:ext cx="1188720" cy="12700"/>
          </a:xfrm>
          <a:prstGeom prst="rect">
            <a:avLst/>
          </a:prstGeom>
          <a:solidFill>
            <a:srgbClr val="FF6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Sign up in
5 minutes.
No contract.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942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038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038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E5A"/>
                </a:solidFill>
                <a:latin typeface="Arial"/>
              </a:rPr>
              <a:t>Campaign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3401568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Arial"/>
              </a:rPr>
              <a:t>Design your
loyalty scheme —
points or stamps.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0634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634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E5A"/>
                </a:solidFill>
                <a:latin typeface="Arial"/>
              </a:rPr>
              <a:t>Members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401568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Arial"/>
              </a:rPr>
              <a:t>Customers scan
your QR code
and join instantly.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7230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7230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E5A"/>
                </a:solidFill>
                <a:latin typeface="Arial"/>
              </a:rPr>
              <a:t>Rewards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3401568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Arial"/>
              </a:rPr>
              <a:t>Set what
members earn
and can redeem.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2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3826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3826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E5A"/>
                </a:solidFill>
                <a:latin typeface="Arial"/>
              </a:rPr>
              <a:t>Track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3401568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Arial"/>
              </a:rPr>
              <a:t>Real-time
dashboard of
activity &amp; revenue.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1326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1920240"/>
            <a:ext cx="182880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0422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0422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Grow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61320" y="3401568"/>
            <a:ext cx="118872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3272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Insights fuel
targeted campaigns
and win-backs.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CUSTOMER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Join in under 30 seconds. Earn on every visit.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E0F0"/>
                </a:solidFill>
                <a:latin typeface="Arial"/>
              </a:rPr>
              <a:t>No app download required. Works on any smartphone.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Arial"/>
              </a:rPr>
              <a:t>Visit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291840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Arial"/>
              </a:rPr>
              <a:t>Customer
arrives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1920240"/>
            <a:ext cx="155448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6946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Scan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3291840"/>
            <a:ext cx="109728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QR code
on 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21538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1538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Arial"/>
              </a:rPr>
              <a:t>Share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86200" y="3291840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3075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Arial"/>
              </a:rPr>
              <a:t>Name +
phone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1920240"/>
            <a:ext cx="155448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6130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6130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Join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3291840"/>
            <a:ext cx="109728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7667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Enrolled
instantly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0722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0722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Arial"/>
              </a:rPr>
              <a:t>Earn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78040" y="3291840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Arial"/>
              </a:rPr>
              <a:t>Points on
every visit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9536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5314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314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Arial"/>
              </a:rPr>
              <a:t>Redeem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23960" y="3291840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6851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Arial"/>
              </a:rPr>
              <a:t>Exchange
for rewards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241280" y="1920240"/>
            <a:ext cx="155448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906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9906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Return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69880" y="3291840"/>
            <a:ext cx="109728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1443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Rewards
drive loyalty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40480" y="5989320"/>
            <a:ext cx="4572000" cy="54864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0" y="600760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North Star: Customer joins in under 30 seconds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THE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Why OneMember wins.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755648"/>
            <a:ext cx="3657600" cy="438912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" y="18288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E5A"/>
                </a:solidFill>
                <a:latin typeface="Arial"/>
              </a:rPr>
              <a:t>CATEGORY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1755648"/>
            <a:ext cx="4114800" cy="438912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182880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Arial"/>
              </a:rPr>
              <a:t>TRADITIONAL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75320" y="1755648"/>
            <a:ext cx="3749039" cy="438912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474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ONEMEMBER 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2194560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" y="2304288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Customer Sign-up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94560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2304288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Paper card — easily lost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194560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304288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QR scan — digital, instant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" y="2194560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68" y="2779776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889504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Customer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0" y="2779776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2889504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None collected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2779776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2889504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Full profile from first scan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2779776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1168" y="3364992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3474720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Point Tracking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3364992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60520" y="3474720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Manual — error prone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3364992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474720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Automatic and real-time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3364992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01168" y="3950208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8328" y="4059936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Birthday Rewards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3950208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60520" y="4059936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Manual follow-up or forgotten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3950208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4059936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Automated email on the day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3950208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4535424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" y="4645152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Win-back Campaigns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535424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60520" y="4645152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Not possible without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4535424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4645152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Auto-trigger at 30-day lapse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" y="4535424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01168" y="5120640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8328" y="5230368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Analytics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23360" y="5120640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0520" y="5230368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None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75320" y="5120640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5230368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Dashboard: visits, spend, trends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1168" y="5120640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01168" y="5705856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8328" y="5815584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Setup Time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23360" y="5705856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60520" y="5815584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Printing + design time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75320" y="5705856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5815584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Under 10 minutes online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" y="5705856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1168" y="6291072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8328" y="6400800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Monthly Cost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6291072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60520" y="6400800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Printing + staff time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75320" y="6291072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12480" y="6400800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Affordable flat subscription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1168" y="6291072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FOR YOUR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Eight ways OneMember grows your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336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Grow Your Database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Add members automatically
with every customer visit.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46704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2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Know Your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Demographics, visit frequency,
spend patterns — all in one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Targeted Promotions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37376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Send the right offer to the right
customer at the right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35440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4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Automate Rewards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1744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1744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Birthday, anniversary, and expiry
rewards — fully hands-free.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2336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Reduce Discounting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Replace blanket discounts with
meaningful loyalty rewards.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46704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93008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5072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One Dashboard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3008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93008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Members, transactions, rewards,
and reports — one place.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91072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91072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37376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Affordable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37376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37376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Flat monthly fee. No per-transaction
surprises. Predictable cost.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35440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35440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81744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Fast Setup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81744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81744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Online in under 10 minutes.
No IT team or tech skills needed.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FOR YOUR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A loyalty experience they will actually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336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No App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Runs in any mobile browser.
Zero friction to get started.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46704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2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Join in 30 Seconds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Name and phone number only.
Nothing more is required.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Earn Every Visit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37376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Points or stamps are applied
automatically on each visit.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35440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4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Instant Redemption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1744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1744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Redeem rewards at the counter
in seconds — no waiting.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2336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Birthday Rewards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A special offer arrives
automatically on their birthday.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46704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93008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5072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Privacy First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3008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93008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Minimal data collection.
No unnecessary permissions.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91072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91072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37376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Works Everywhere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37376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37376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Valid at every location
of the same business.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35440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35440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81744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Always With Them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81744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81744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Digital card — can never
be lost or forgotten.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BUSINESS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772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Your member data becomes
your competitive advantage.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2377440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624" y="2377440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2514600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Churn Prediction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999232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3127248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Identify at-risk customers
before they stop visiting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2377440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2514600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Campaign Analytics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2272" y="2999232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3127248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See exactly which promotions
generate revenue — and which don't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377440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377440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Spend Segmentation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999232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127248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Your top 20% of customers
drive 80% of your revenue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" y="4325112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0624" y="4325112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4462272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Frequency Heat Maps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" y="4946904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5074920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Discover your busiest days
to time promotions precisely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325112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9392" y="4325112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2" y="4462272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Win-Back Automation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62272" y="4946904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5074920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Auto-trigger an offer when
a member lapses 30 days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325112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4325112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4462272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Revenue Attribution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4946904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5074920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Link every campaign directly
to incremental revenue earned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Arial"/>
              </a:rPr>
              <a:t>Phase 2 — OneMember Intelligence Layer  (Coming Soon)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WHERE WE ARE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Building the operating system for local business.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5833872"/>
            <a:ext cx="11387023" cy="254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2336" y="1920240"/>
            <a:ext cx="1371600" cy="384048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1C3A"/>
                </a:solidFill>
                <a:latin typeface="Arial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Merchant
Loyalty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5257800"/>
            <a:ext cx="822960" cy="347472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5266944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1585"/>
                </a:solidFill>
                <a:latin typeface="Arial"/>
              </a:rPr>
              <a:t>● LIVE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83664" y="1920240"/>
            <a:ext cx="1371600" cy="3840480"/>
          </a:xfrm>
          <a:prstGeom prst="roundRect">
            <a:avLst/>
          </a:prstGeom>
          <a:solidFill>
            <a:srgbClr val="1A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83664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Customer
Wallet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1920240"/>
            <a:ext cx="1371600" cy="3840480"/>
          </a:xfrm>
          <a:prstGeom prst="roundRect">
            <a:avLst/>
          </a:prstGeom>
          <a:solidFill>
            <a:srgbClr val="1A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4992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Commerce
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POS
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Inventory
Management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08976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08976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6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Accounting
Connect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90304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0304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4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AI &amp;
Analytics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71632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71632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71632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Regional
Expansion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" y="6400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rial"/>
              </a:rPr>
              <a:t>Direction of travel  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WHY ONEMEMBER IS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Six reasons we are different.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874519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336" y="1874519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11679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057399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Merchant-First Design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51175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679191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Every feature is built for merchant growth — not for an app store rating or VC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74519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74519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79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57399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No App Required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51175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679191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The highest barrier to customer adoption is eliminated. Customers scan. That's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874519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874519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011679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057399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Privacy by Design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2551175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2679191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We collect the minimum data needed. Customers trust merchants who respect their privacy.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" y="4032503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2336" y="4032503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169663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4215383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Built for Thailand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709159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837175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Thai Baht, Thai language, local business context. Not an imported product re-labelled.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032503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5968" y="4032503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169663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215383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SME Pricing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4709159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4837175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Enterprise-grade loyalty at a price point that makes sense for a local business.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032503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4032503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4169663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4215383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Built to Scale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94192" y="4709159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94192" y="4837175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Start with one outlet. Grow to a chain. OneMember scales as your business grows.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76895" y="32004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1585"/>
                </a:solidFill>
                <a:latin typeface="Arial"/>
              </a:rPr>
              <a:t>one</a:t>
            </a:r>
            <a:r>
              <a:rPr sz="20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Arial"/>
              </a:rPr>
              <a:t>Ready to grow?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0F0F4"/>
                </a:solidFill>
                <a:latin typeface="Arial"/>
              </a:rPr>
              <a:t>Turn every customer visit into a loyal member.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310128"/>
            <a:ext cx="576072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3657600"/>
            <a:ext cx="3383280" cy="219456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776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Arial"/>
              </a:rPr>
              <a:t>Start 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4553712"/>
            <a:ext cx="2286000" cy="12700"/>
          </a:xfrm>
          <a:prstGeom prst="rect">
            <a:avLst/>
          </a:prstGeom>
          <a:solidFill>
            <a:srgbClr val="FF6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7091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E0F0"/>
                </a:solidFill>
                <a:latin typeface="Arial"/>
              </a:rPr>
              <a:t>Register your account
in 5 minutes. No contract.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657600"/>
            <a:ext cx="3383280" cy="219456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39776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Arial"/>
              </a:rPr>
              <a:t>See a Demo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4553712"/>
            <a:ext cx="22860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47091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4"/>
                </a:solidFill>
                <a:latin typeface="Arial"/>
              </a:rPr>
              <a:t>Live walkthrough:
15 minutes, your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3657600"/>
            <a:ext cx="3383280" cy="219456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39776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Arial"/>
              </a:rPr>
              <a:t>Learn More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4553712"/>
            <a:ext cx="22860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47091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4"/>
                </a:solidFill>
                <a:latin typeface="Arial"/>
              </a:rPr>
              <a:t>Take our one-page summary
and book a follow-up.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1585"/>
                </a:solidFill>
                <a:latin typeface="Arial"/>
              </a:rPr>
              <a:t>onemember.app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