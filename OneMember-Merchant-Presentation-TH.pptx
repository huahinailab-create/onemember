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 — หน้าปก (เป้าหมาย: 1 นาที)</a:t>
            </a:r>
          </a:p>
          <a:p/>
          <a:p>
            <a:r>
              <a:t>เปิดด้วย: "ขอบคุณที่สละเวลา 20 นาทีให้กับเราในวันนี้"</a:t>
            </a:r>
          </a:p>
          <a:p/>
          <a:p>
            <a:r>
              <a:t>OneMember คือแพลตฟอร์มการเติบโตสำหรับผู้ประกอบการ — ไม่ใช่แค่แอปสะสมแต้ม</a:t>
            </a:r>
          </a:p>
          <a:p>
            <a:r>
              <a:t>เราให้เครื่องมือที่เคยมีเฉพาะในธุรกิจเชนขนาดใหญ่ แก่ธุรกิจท้องถิ่นทุกขนาด</a:t>
            </a:r>
          </a:p>
          <a:p/>
          <a:p>
            <a:r>
              <a:t>ประเด็นหลัก:</a:t>
            </a:r>
          </a:p>
          <a:p>
            <a:r>
              <a:t>• OneMember ใช้งานจริงแล้ว มีผู้ประกอบการในไทยใช้อยู่แล้วในวันนี้</a:t>
            </a:r>
          </a:p>
          <a:p>
            <a:r>
              <a:t>• นี่คือการสนทนา ไม่ใช่การขาย</a:t>
            </a:r>
          </a:p>
          <a:p>
            <a:r>
              <a:t>• ถามว่า: "ตอนนี้คุณมีระบบสมาชิกหรือสะสมแต้มอะไรบ้างไหม?"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 — ปัญหา (เป้าหมาย: 2 นาที)</a:t>
            </a:r>
          </a:p>
          <a:p/>
          <a:p>
            <a:r>
              <a:t>ทำให้ผู้ประกอบการรู้สึกว่าเราเข้าใจเขา ก่อนนำเสนอวิธีแก้ปัญหา</a:t>
            </a:r>
          </a:p>
          <a:p/>
          <a:p>
            <a:r>
              <a:t>• บัตรสะสมแต้มกระดาษ หายง่าย เสียหายง่าย ลูกค้าลืม — ผู้ประกอบการไม่ได้ข้อมูลอะไรเลย</a:t>
            </a:r>
          </a:p>
          <a:p>
            <a:r>
              <a:t>• ไม่มีข้อมูลลูกค้า = ทำโปรโมชันแบบเจาะกลุ่มไม่ได้</a:t>
            </a:r>
          </a:p>
          <a:p>
            <a:r>
              <a:t>• หาลูกค้าใหม่แพงกว่ารักษาลูกค้าเดิม 5–7 เท่า</a:t>
            </a:r>
          </a:p>
          <a:p>
            <a:r>
              <a:t>• ไม่มีระบบอัตโนมัติ = พลาดวันเกิด ไม่มีแคมเปญดึงลูกค้ากลับ</a:t>
            </a:r>
          </a:p>
          <a:p>
            <a:r>
              <a:t>• คู่แข่งที่มีระบบสมาชิกดิจิทัลได้เปรียบกว่ามาก</a:t>
            </a:r>
          </a:p>
          <a:p/>
          <a:p>
            <a:r>
              <a:t>ถามว่า: "คุณรู้ได้อย่างไรว่าลูกค้าคนไหนไม่กลับมาในรอบ 3 เดือน?"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 — ต้นทุน (เป้าหมาย: 1 นาที)</a:t>
            </a:r>
          </a:p>
          <a:p/>
          <a:p>
            <a:r>
              <a:t>ปล่อยให้ตัวเลขพูดแทน อย่ารีบเกินไป</a:t>
            </a:r>
          </a:p>
          <a:p/>
          <a:p>
            <a:r>
              <a:t>• หาลูกค้าใหม่แพงกว่ารักษาลูกค้าเดิม 5–7 เท่า</a:t>
            </a:r>
          </a:p>
          <a:p>
            <a:r>
              <a:t>• ลูกค้าประจำใช้จ่ายมากกว่าลูกค้าใหม่เฉลี่ย 67%</a:t>
            </a:r>
          </a:p>
          <a:p>
            <a:r>
              <a:t>• เพิ่มการรักษาลูกค้าแค่ 5% กำไรเพิ่มได้ 25–95% (Bain &amp; Company)</a:t>
            </a:r>
          </a:p>
          <a:p/>
          <a:p>
            <a:r>
              <a:t>ทำให้การรักษาลูกค้ารู้สึกเป็นกิจกรรมที่ ROI สูงที่สุด</a:t>
            </a:r>
          </a:p>
          <a:p/>
          <a:p>
            <a:r>
              <a:t>ถามว่า: "ถ้าดึงลูกค้าเก่ากลับมาได้ 20% มันจะเปลี่ยนธุรกิจของคุณได้แค่ไหน?"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 — แนะนำ OneMember (เป้าหมาย: 2 นาที)</a:t>
            </a:r>
          </a:p>
          <a:p/>
          <a:p>
            <a:r>
              <a:t>5 เสาหลัก: ดึงดูด / รักษา / มอบรางวัล / เข้าใจ / เติบโต</a:t>
            </a:r>
          </a:p>
          <a:p/>
          <a:p>
            <a:r>
              <a:t>• ดึงดูด — สแกน QR สมัครสมาชิกในไม่กี่วินาที ไม่ต้องโหลดแอป</a:t>
            </a:r>
          </a:p>
          <a:p>
            <a:r>
              <a:t>• รักษา — ของขวัญวันเกิด รีมายเดอร์หมดอายุ แคมเปญดึงกลับ — อัตโนมัติทั้งหมด</a:t>
            </a:r>
          </a:p>
          <a:p>
            <a:r>
              <a:t>• มอบรางวัล — แต้ม สแตมป์ ของรางวัลแบบกำหนดเอง</a:t>
            </a:r>
          </a:p>
          <a:p>
            <a:r>
              <a:t>• เข้าใจ — ข้อมูลสมาชิก ความถี่การมา พฤติกรรมการใช้จ่าย</a:t>
            </a:r>
          </a:p>
          <a:p>
            <a:r>
              <a:t>• เติบโต — ข้อมูลที่แปลงเป็นแคมเปญที่ได้ผล</a:t>
            </a:r>
          </a:p>
          <a:p/>
          <a:p>
            <a:r>
              <a:t>วางตำแหน่ง: "เราไม่ใช่แอปสะสมแต้ม เราคือแพลตฟอร์มการเติบโตสำหรับผู้ประกอบการ"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5 — เส้นทางของผู้ประกอบการ (เป้าหมาย: 2 นาที)</a:t>
            </a:r>
          </a:p>
          <a:p/>
          <a:p>
            <a:r>
              <a:t>พาผ่านแต่ละขั้นตอน ทำให้รู้สึกว่าทำได้จริง</a:t>
            </a:r>
          </a:p>
          <a:p/>
          <a:p>
            <a:r>
              <a:t>1. สมัครใช้งาน — 5 นาที ไม่ต้องทำสัญญา</a:t>
            </a:r>
          </a:p>
          <a:p>
            <a:r>
              <a:t>2. สร้างแคมเปญ — ออกแบบระบบแต้มหรือสแตมป์ตามต้องการ</a:t>
            </a:r>
          </a:p>
          <a:p>
            <a:r>
              <a:t>3. รับสมาชิก — ลูกค้าสแกน QR เข้าร่วมทันที</a:t>
            </a:r>
          </a:p>
          <a:p>
            <a:r>
              <a:t>4. กำหนดรางวัล — ตั้งค่าสิ่งที่สมาชิกได้รับและแลก</a:t>
            </a:r>
          </a:p>
          <a:p>
            <a:r>
              <a:t>5. ติดตามผล — แดชบอร์ดเรียลไทม์: สมาชิก การแลก รายได้</a:t>
            </a:r>
          </a:p>
          <a:p>
            <a:r>
              <a:t>6. เติบโต — ข้อมูลขับเคลื่อนแคมเปญและการดึงลูกค้ากลับ</a:t>
            </a:r>
          </a:p>
          <a:p/>
          <a:p>
            <a:r>
              <a:t>ถามว่า: "ขั้นตอนไหนที่มีคุณค่าที่สุดสำหรับธุรกิจของคุณตอนนี้?"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6 — เส้นทางของลูกค้า (เป้าหมาย: 1 นาที)</a:t>
            </a:r>
          </a:p>
          <a:p/>
          <a:p>
            <a:r>
              <a:t>การสมัครครั้งแรกออกแบบให้ใช้เวลาไม่ถึง 30 วินาที</a:t>
            </a:r>
          </a:p>
          <a:p/>
          <a:p>
            <a:r>
              <a:t>1. เยี่ยมชม — ลูกค้าเดินเข้าร้าน</a:t>
            </a:r>
          </a:p>
          <a:p>
            <a:r>
              <a:t>2. สแกน — สแกน QR Code บนโทรศัพท์</a:t>
            </a:r>
          </a:p>
          <a:p>
            <a:r>
              <a:t>3. แชร์ — แค่ชื่อและเบอร์โทร ไม่ต้องโหลดแอป</a:t>
            </a:r>
          </a:p>
          <a:p>
            <a:r>
              <a:t>4. เข้าร่วม — ลงทะเบียนทันที ได้แต้มแรกเลย</a:t>
            </a:r>
          </a:p>
          <a:p>
            <a:r>
              <a:t>5. สะสมแต้ม — ทุกการมาเยี่ยมได้แต้มหรือสแตมป์</a:t>
            </a:r>
          </a:p>
          <a:p>
            <a:r>
              <a:t>6. แลกรางวัล — แลกแต้มเป็นของรางวัลที่ผู้ประกอบการกำหนด</a:t>
            </a:r>
          </a:p>
          <a:p>
            <a:r>
              <a:t>7. กลับมาอีก — รางวัลดึงดูดให้กลับมาซ้ำ</a:t>
            </a:r>
          </a:p>
          <a:p/>
          <a:p>
            <a:r>
              <a:t>เป้าหมายหลัก: "ลูกค้าสมัครสมาชิกได้ภายใน 30 วินาที"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7 — เปรียบเทียบ (เป้าหมาย: 2 นาที)</a:t>
            </a:r>
          </a:p>
          <a:p/>
          <a:p>
            <a:r>
              <a:t>จัดการข้อสงสัยก่อนที่จะถูกถาม</a:t>
            </a:r>
          </a:p>
          <a:p/>
          <a:p>
            <a:r>
              <a:t>แบบดั้งเดิม: บัตรหาย ไม่มีข้อมูล ติดตามด้วยมือ ไม่มีอัตโนมัติ ไม่มีรายงาน ค่าใช้จ่ายสูง</a:t>
            </a:r>
          </a:p>
          <a:p/>
          <a:p>
            <a:r>
              <a:t>OneMember: ดิจิทัลบนโทรศัพท์ทุกรุ่น โปรไฟล์สมาชิกจากการสแกนครั้งแรก ติดตามอัตโนมัติ อีเมลวันเกิดและดึงกลับอัตโนมัติ แดชบอร์ดเรียลไทม์ ค่ารายเดือนราคาเหมาะสม</a:t>
            </a:r>
          </a:p>
          <a:p/>
          <a:p>
            <a:r>
              <a:t>ถามว่า: "ถ้าเห็นประวัติการมาของลูกค้าทุกคนในหน้าจอเดียว มันจะเปลี่ยนวิธีทำโปรโมชันของคุณยังไง?"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8 — ประโยชน์สำหรับผู้ประกอบการ (เป้าหมาย: 1 นาที)</a:t>
            </a:r>
          </a:p>
          <a:p/>
          <a:p>
            <a:r>
              <a:t>เชื่อมแต่ละประโยชน์กับปัญหาจริง</a:t>
            </a:r>
          </a:p>
          <a:p/>
          <a:p>
            <a:r>
              <a:t>1. เพิ่มฐานสมาชิกอัตโนมัติทุกครั้งที่ลูกค้าเข้ามา</a:t>
            </a:r>
          </a:p>
          <a:p>
            <a:r>
              <a:t>2. รู้จักลูกค้า — ข้อมูลประชากร ความถี่ พฤติกรรมการใช้จ่าย</a:t>
            </a:r>
          </a:p>
          <a:p>
            <a:r>
              <a:t>3. โปรโมชันแบบเจาะกลุ่ม — ส่งออฟเฟอร์ที่ถูกคนถูกเวลา</a:t>
            </a:r>
          </a:p>
          <a:p>
            <a:r>
              <a:t>4. รางวัลวันเกิดและวันครบรอบ — อัตโนมัติทั้งหมด ไม่ต้องทำเอง</a:t>
            </a:r>
          </a:p>
          <a:p>
            <a:r>
              <a:t>5. ลดการพึ่งส่วนลดแบบเหมาหมด</a:t>
            </a:r>
          </a:p>
          <a:p>
            <a:r>
              <a:t>6. แดชบอร์ดเดียว — สมาชิก ธุรกรรม รางวัล รายงาน</a:t>
            </a:r>
          </a:p>
          <a:p>
            <a:r>
              <a:t>7. ค่ารายเดือนราคาเดียว ไม่มีค่าต่อธุรกรรม</a:t>
            </a:r>
          </a:p>
          <a:p>
            <a:r>
              <a:t>8. ตั้งค่าได้ภายใน 10 นาที ไม่ต้องมีทีม 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9 — ประโยชน์สำหรับลูกค้า (เป้าหมาย: 1 นาที)</a:t>
            </a:r>
          </a:p>
          <a:p/>
          <a:p>
            <a:r>
              <a:t>ประสบการณ์ลูกค้าที่ดีขับเคลื่อนการใช้งาน</a:t>
            </a:r>
          </a:p>
          <a:p/>
          <a:p>
            <a:r>
              <a:t>1. ไม่ต้องโหลดแอป — ใช้งานผ่านเบราว์เซอร์มือถือได้เลย</a:t>
            </a:r>
          </a:p>
          <a:p>
            <a:r>
              <a:t>2. สมัครภายใน 30 วินาที — แค่ชื่อและเบอร์โทร</a:t>
            </a:r>
          </a:p>
          <a:p>
            <a:r>
              <a:t>3. สะสมแต้มอัตโนมัติทุกครั้งที่เข้ามา</a:t>
            </a:r>
          </a:p>
          <a:p>
            <a:r>
              <a:t>4. แลกรางวัลได้ทันทีที่เคาน์เตอร์ ไม่ต้องรอ</a:t>
            </a:r>
          </a:p>
          <a:p>
            <a:r>
              <a:t>5. รับของขวัญวันเกิดโดยอัตโนมัติ</a:t>
            </a:r>
          </a:p>
          <a:p>
            <a:r>
              <a:t>6. ความเป็นส่วนตัวมาก่อน — เก็บข้อมูลน้อยที่สุด</a:t>
            </a:r>
          </a:p>
          <a:p>
            <a:r>
              <a:t>7. ใช้ได้ทุกสาขาของธุรกิจเดียวกัน</a:t>
            </a:r>
          </a:p>
          <a:p>
            <a:r>
              <a:t>8. บัตรดิจิทัล — หายไม่ได้ ลืมไม่ได้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10 — ข้อมูลเชิงลึก (เป้าหมาย: 1 นาที)</a:t>
            </a:r>
          </a:p>
          <a:p/>
          <a:p>
            <a:r>
              <a:t>วางตำแหน่งเป็นสิ่งที่กำลังจะมา — Phase 2</a:t>
            </a:r>
          </a:p>
          <a:p/>
          <a:p>
            <a:r>
              <a:t>"ตอนนี้คุณได้แดชบอร์ดที่ชัดเจน ในเฟสต่อไป OneMember จะเพิ่มข้อมูลเชิงลึกบนข้อมูลสมาชิกของคุณ"</a:t>
            </a:r>
          </a:p>
          <a:p/>
          <a:p>
            <a:r>
              <a:t>ความสามารถที่กำลังจะมา:</a:t>
            </a:r>
          </a:p>
          <a:p>
            <a:r>
              <a:t>• คาดการณ์การหายไปของลูกค้า — รู้ก่อนที่จะสาย</a:t>
            </a:r>
          </a:p>
          <a:p>
            <a:r>
              <a:t>• วิเคราะห์แคมเปญ — รู้ว่าโปรโมชันไหนสร้างรายได้</a:t>
            </a:r>
          </a:p>
          <a:p>
            <a:r>
              <a:t>• แบ่งกลุ่มการใช้จ่าย — ลูกค้า 20% สูงสุดสร้างรายได้ 80%</a:t>
            </a:r>
          </a:p>
          <a:p>
            <a:r>
              <a:t>• แผนที่ความถี่การมา — รู้วันที่ดีที่สุดในการส่งโปรโมชัน</a:t>
            </a:r>
          </a:p>
          <a:p>
            <a:r>
              <a:t>• ดึงลูกค้ากลับอัตโนมัติ — ส่งออฟเฟอร์เมื่อหายไป 30 วัน</a:t>
            </a:r>
          </a:p>
          <a:p/>
          <a:p>
            <a:r>
              <a:t>"เรากำลังสร้าง CRM ที่ธุรกิจท้องถิ่นไม่เคยเข้าถึงได้มาก่อน"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11 — วิสัยทัศน์ (เป้าหมาย: 1 นาที)</a:t>
            </a:r>
          </a:p>
          <a:p/>
          <a:p>
            <a:r>
              <a:t>ทิศทาง ไม่ใช่คำสัญญา พูดสั้น ๆ</a:t>
            </a:r>
          </a:p>
          <a:p/>
          <a:p>
            <a:r>
              <a:t>เฟส 1 (ตอนนี้): ระบบสมาชิกสำหรับผู้ประกอบการ</a:t>
            </a:r>
          </a:p>
          <a:p>
            <a:r>
              <a:t>เฟส 2: กระเป๋าลูกค้า — แอปรวมบัตรสมาชิก</a:t>
            </a:r>
          </a:p>
          <a:p>
            <a:r>
              <a:t>เฟส 3: Commerce — ซื้อขายภายในระบบ OneMember</a:t>
            </a:r>
          </a:p>
          <a:p>
            <a:r>
              <a:t>เฟส 4: เชื่อมต่อ POS — เชื่อมหรือแทนที่ระบบหน้าร้าน</a:t>
            </a:r>
          </a:p>
          <a:p>
            <a:r>
              <a:t>เฟส 5: จัดการสต็อก — เชื่อมข้อมูลสต็อกกับข้อมูลสมาชิก</a:t>
            </a:r>
          </a:p>
          <a:p>
            <a:r>
              <a:t>เฟส 6: บัญชี — เชื่อมข้อมูลการขายกับการบัญชี</a:t>
            </a:r>
          </a:p>
          <a:p>
            <a:r>
              <a:t>เฟส 7: AI — คำแนะนำเฉพาะบุคคล วิเคราะห์เชิงพยากรณ์</a:t>
            </a:r>
          </a:p>
          <a:p>
            <a:r>
              <a:t>เฟส 8: ขยายภูมิภาค — จากไทยสู่เอเชียตะวันออกเฉียงใต้</a:t>
            </a:r>
          </a:p>
          <a:p/>
          <a:p>
            <a:r>
              <a:t>"เรากำลังสร้างระบบปฏิบัติการสำหรับธุรกิจท้องถิ่น"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12 — ทำไม OneMember ถึงแตกต่าง (เป้าหมาย: 1 นาที)</a:t>
            </a:r>
          </a:p>
          <a:p/>
          <a:p>
            <a:r>
              <a:t>ปิดเรื่องราว 6 เหตุผลที่แท้จริง</a:t>
            </a:r>
          </a:p>
          <a:p/>
          <a:p>
            <a:r>
              <a:t>1. ออกแบบเพื่อผู้ประกอบการ — ทุกฟีเจอร์สร้างเพื่อการเติบโต ไม่ใช่คะแนนแอปสโตร์</a:t>
            </a:r>
          </a:p>
          <a:p>
            <a:r>
              <a:t>2. ไม่ต้องโหลดแอป — กำจัดอุปสรรคสูงสุดของการใช้งาน</a:t>
            </a:r>
          </a:p>
          <a:p>
            <a:r>
              <a:t>3. ความเป็นส่วนตัวเป็นหลัก — เก็บข้อมูลน้อยที่สุดเพื่อสร้างความไว้วางใจ</a:t>
            </a:r>
          </a:p>
          <a:p>
            <a:r>
              <a:t>4. ออกแบบสำหรับไทยก่อน — บาท ภาษาไทย บริบทธุรกิจไทย</a:t>
            </a:r>
          </a:p>
          <a:p>
            <a:r>
              <a:t>5. ราคาสำหรับ SME — เครื่องมือระดับองค์กรในราคาที่ธุรกิจท้องถิ่นรับได้</a:t>
            </a:r>
          </a:p>
          <a:p>
            <a:r>
              <a:t>6. ขยายได้ตามธุรกิจ — เริ่มสาขาเดียว เติบโตเป็นเชน ระบบเดิม</a:t>
            </a:r>
          </a:p>
          <a:p/>
          <a:p>
            <a:r>
              <a:t>"เราสร้างสิ่งนี้สำหรับผู้ประกอบการอย่างคุณ"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13 — Call to Action (เป้าหมาย: 1 นาที)</a:t>
            </a:r>
          </a:p>
          <a:p/>
          <a:p>
            <a:r>
              <a:t>ปิดด้วยตัวเลือกที่ชัดเจน 3 ทาง</a:t>
            </a:r>
          </a:p>
          <a:p/>
          <a:p>
            <a:r>
              <a:t>ก. เริ่มเลยวันนี้ — เปิดโน้ตบุ๊ก สมัครตอนนี้เลย ใช้เวลา 5 นาที</a:t>
            </a:r>
          </a:p>
          <a:p>
            <a:r>
              <a:t>ข. ดูการสาธิต — ดูสด 15 นาที: สมัคร สร้างแคมเปญ จำลองการสแกนของลูกค้า</a:t>
            </a:r>
          </a:p>
          <a:p>
            <a:r>
              <a:t>ค. เรียนรู้เพิ่มเติม — รับสรุปหน้าเดียวกลับบ้าน นัดติดตามผลภายใน 48 ชั่วโมง</a:t>
            </a:r>
          </a:p>
          <a:p/>
          <a:p>
            <a:r>
              <a:t>กฎ: อย่าออกจากการสนทนาโดยไม่มีขั้นตอนถัดไป — วันที่ เวลา และคำมั่น</a:t>
            </a:r>
          </a:p>
          <a:p/>
          <a:p>
            <a:r>
              <a:t>ถามว่า: "สำหรับคุณวันนี้ ทางเลือกไหนเหมาะสมที่สุด?"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37160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FF1585"/>
                </a:solidFill>
                <a:latin typeface="Arial"/>
              </a:rPr>
              <a:t>one</a:t>
            </a:r>
            <a:r>
              <a:rPr sz="72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2084832"/>
            <a:ext cx="128016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07792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Tahoma"/>
              </a:rPr>
              <a:t>แตะเพื่อเข้าร่วม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514600"/>
            <a:ext cx="777240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4"/>
                </a:solidFill>
                <a:latin typeface="Tahoma"/>
              </a:rPr>
              <a:t>แพลตฟอร์มการเติบโตสำหรับผู้ประกอบการ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46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ahoma"/>
              </a:rPr>
              <a:t>สะสมความภักดี  เติบโตธุรกิจของคุณ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297680"/>
            <a:ext cx="2377440" cy="438912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สมาชิกดิจิทัล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4297680"/>
            <a:ext cx="2377440" cy="438912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รางวัลอัตโนมัติ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4297680"/>
            <a:ext cx="2377440" cy="438912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วิเคราะห์เรียลไทม์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4297680"/>
            <a:ext cx="2377440" cy="438912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4315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ออกแบบสำหรับไทย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onemember.app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45720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1585"/>
                </a:solidFill>
                <a:latin typeface="Arial"/>
              </a:rPr>
              <a:t>one</a:t>
            </a:r>
            <a:r>
              <a:rPr sz="22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1887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ปัญหาในปัจจุบัน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6916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1585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333756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0F4"/>
                </a:solidFill>
                <a:latin typeface="Tahoma"/>
              </a:rPr>
              <a:t>ปัญหาที่ธุรกิจท้องถิ่น
ทุกแห่งต้องเผชิญ
ในวันนี้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5943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1585"/>
                </a:solidFill>
                <a:latin typeface="Tahoma"/>
              </a:rPr>
              <a:t>OneMember แก้ปัญหาทั้ง 6 ข้อ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60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560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4389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บัตรสะสมแต้มกระดาษ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9692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0972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หายง่าย เสียหายง่าย ลูกค้าลืม
ผู้ประกอบการไม่ได้ข้อมูลอะไรเลย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560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2560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389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ไม่มีข้อมูลลูกค้า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9692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0972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คุณบริการลูกค้าร้อยคน
แต่ไม่รู้จักสักคนเดียว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2560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560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4389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ต้นทุนหาลูกค้าสูง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6024" y="9692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10972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หาลูกค้าใหม่แพงกว่า
รักษาลูกค้าเดิม 5–7 เท่า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9992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29992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1821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ไม่มีระบบอัตโนมัติ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7124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8404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ของขวัญวันเกิด ดึงลูกค้ากลับ
ทำทุกอย่างด้วยมือ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29992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29992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1821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เครื่องมือกระจัดกระจาย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2" y="37124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404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สเปรดชีต ไลน์ กระดาษ
ไม่มีศูนย์กลางข้อมูล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3144" y="2999232"/>
            <a:ext cx="2697480" cy="2606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53144" y="2999232"/>
            <a:ext cx="50800" cy="26060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36024" y="3182112"/>
            <a:ext cx="2441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คู่แข่งได้เปรียบ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36024" y="3712464"/>
            <a:ext cx="2331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6024" y="3840480"/>
            <a:ext cx="24414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Tahoma"/>
              </a:rPr>
              <a:t>เชนใหญ่มีสมาชิกดิจิทัล
ธุรกิจท้องถิ่นกำลังตามหลัง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ต้นทุนของการสูญเสียลูกค้า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ahoma"/>
              </a:rPr>
              <a:t>การรักษาลูกค้าคือกิจกรรม
ที่ให้ผลตอบแทนสูงสุดในธุรกิจของคุณ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914400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" y="2103120"/>
            <a:ext cx="3657600" cy="4114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4231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1585"/>
                </a:solidFill>
                <a:latin typeface="Arial"/>
              </a:rPr>
              <a:t>5–7×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4023360"/>
            <a:ext cx="27432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519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แพงกว่าในการหา
ลูกค้าใหม่เมื่อเทียบกับ
การรักษาลูกค้าเดิม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03120"/>
            <a:ext cx="3657600" cy="4114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24231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1585"/>
                </a:solidFill>
                <a:latin typeface="Arial"/>
              </a:rPr>
              <a:t>67%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8304" y="4023360"/>
            <a:ext cx="27432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42519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ลูกค้าประจำใช้จ่าย
มากกว่าลูกค้าใหม่
โดยเฉลี่ย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2103120"/>
            <a:ext cx="3657600" cy="4114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4231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1585"/>
                </a:solidFill>
                <a:latin typeface="Arial"/>
              </a:rPr>
              <a:t>25–95%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4023360"/>
            <a:ext cx="27432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42519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Tahoma"/>
              </a:rPr>
              <a:t>กำไรเพิ่มขึ้นจาก
การรักษาลูกค้าเพียง
5% ที่ดีขึ้น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Tahoma"/>
              </a:rPr>
              <a:t>ที่มา: Bain &amp; Company · Harvard Business Review · Forbes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แนะนำ ONEMEMBER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ahoma"/>
              </a:rPr>
              <a:t>OneMember — แพลตฟอร์มการเติบโตสำหรับผู้ประกอบการ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Tahoma"/>
              </a:rPr>
              <a:t>5 ความสามารถ  แพลตฟอร์มเดียว  สร้างสำหรับธุรกิจท้องถิ่น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2240280" cy="411480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ดึงดูด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47288"/>
            <a:ext cx="15087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630168"/>
            <a:ext cx="2020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สแกน QR สมัครสมาชิก
ในไม่กี่วินาที
ไม่ต้องโหลดแอป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148840"/>
            <a:ext cx="2240280" cy="411480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2377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7432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รักษา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3447288"/>
            <a:ext cx="15087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3630168"/>
            <a:ext cx="2020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ของขวัญวันเกิด
แคมเปญดึงกลับ
อัตโนมัติทั้งหมด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2148840"/>
            <a:ext cx="2240280" cy="4114800"/>
          </a:xfrm>
          <a:prstGeom prst="round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936" y="2377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7432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มอบรางวัล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8696" y="3447288"/>
            <a:ext cx="15087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3630168"/>
            <a:ext cx="2020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แต้ม สแตมป์
ของรางวัลแบบกำหนดเอง
ตามความต้องการ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4" y="2148840"/>
            <a:ext cx="2240280" cy="4114800"/>
          </a:xfrm>
          <a:prstGeom prst="roundRect">
            <a:avLst/>
          </a:prstGeom>
          <a:solidFill>
            <a:srgbClr val="3A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2377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27432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เข้าใจ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3447288"/>
            <a:ext cx="15087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3630168"/>
            <a:ext cx="2020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ข้อมูลประชากร
ความถี่การมา
พฤติกรรมการใช้จ่าย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94392" y="2148840"/>
            <a:ext cx="2240280" cy="4114800"/>
          </a:xfrm>
          <a:prstGeom prst="roundRect">
            <a:avLst/>
          </a:prstGeom>
          <a:solidFill>
            <a:srgbClr val="5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237744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7432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เติบโต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60152" y="3447288"/>
            <a:ext cx="15087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3630168"/>
            <a:ext cx="2020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ข้อมูลที่แปลงเป็น
แคมเปญที่ได้ผล
และรายได้ที่เพิ่มขึ้น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เส้นทางของคุณ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ahoma"/>
              </a:rPr>
              <a:t>จากศูนย์สู่ระบบสมาชิกที่เติบโตอย่างแข็งแกร่ง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Tahoma"/>
              </a:rPr>
              <a:t>ทุกสิ่งที่คุณต้องการ  ตั้งค่าได้ภายใน 10 นาที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20240"/>
            <a:ext cx="1828800" cy="384048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4420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สมัคร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56432"/>
            <a:ext cx="118872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ahoma"/>
              </a:rPr>
              <a:t>สมัครใช้งาน
ใน 5 นาที
ไม่ต้องทำสัญญา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33832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920240"/>
            <a:ext cx="1828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0380" y="2148840"/>
            <a:ext cx="502920" cy="50292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038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Tahoma"/>
              </a:rPr>
              <a:t>แคมเปญ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456432"/>
            <a:ext cx="1188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Tahoma"/>
              </a:rPr>
              <a:t>ออกแบบระบบแต้ม
หรือสแตมป์
ตามต้องการ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33832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20240"/>
            <a:ext cx="1828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06340" y="2148840"/>
            <a:ext cx="502920" cy="50292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634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Tahoma"/>
              </a:rPr>
              <a:t>สมาชิก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456432"/>
            <a:ext cx="1188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Tahoma"/>
              </a:rPr>
              <a:t>ลูกค้าสแกน
QR Code
และเข้าร่วมทันที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3832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920240"/>
            <a:ext cx="1828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72300" y="2148840"/>
            <a:ext cx="502920" cy="50292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230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Tahoma"/>
              </a:rPr>
              <a:t>รางวัล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456432"/>
            <a:ext cx="1188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Tahoma"/>
              </a:rPr>
              <a:t>กำหนดสิ่งที่
สมาชิกได้รับ
และแลกได้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33832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920240"/>
            <a:ext cx="1828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38260" y="2148840"/>
            <a:ext cx="502920" cy="50292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826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Tahoma"/>
              </a:rPr>
              <a:t>ติดตาม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456432"/>
            <a:ext cx="118872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Tahoma"/>
              </a:rPr>
              <a:t>แดชบอร์ดเรียลไทม์
สมาชิก การแลก
และรายได้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33832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1920240"/>
            <a:ext cx="1828800" cy="38404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04220" y="2148840"/>
            <a:ext cx="502920" cy="50292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04220" y="2176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8163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เติบโต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61320" y="3456432"/>
            <a:ext cx="118872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3621024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ข้อมูลขับเคลื่อน
แคมเปญและ
การดึงลูกค้ากลับ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ประสบการณ์ลูกค้า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ahoma"/>
              </a:rPr>
              <a:t>เข้าร่วมภายใน 30 วินาที  สะสมแต้มทุกครั้งที่มา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0F0"/>
                </a:solidFill>
                <a:latin typeface="Tahoma"/>
              </a:rPr>
              <a:t>ไม่ต้องโหลดแอป  ใช้ได้กับสมาร์ทโฟนทุกรุ่น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1554480" cy="384048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Tahoma"/>
              </a:rPr>
              <a:t>เยี่ยมชม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64992"/>
            <a:ext cx="1097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Tahoma"/>
              </a:rPr>
              <a:t>ลูกค้า
เดินเข้าร้าน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920240"/>
            <a:ext cx="1554480" cy="38404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946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สแกน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364992"/>
            <a:ext cx="109728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0F0F4"/>
                </a:solidFill>
                <a:latin typeface="Tahoma"/>
              </a:rPr>
              <a:t>QR Code
บนโทรศัพท์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920240"/>
            <a:ext cx="1554480" cy="384048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1538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Tahoma"/>
              </a:rPr>
              <a:t>แชร์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3364992"/>
            <a:ext cx="1097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Tahoma"/>
              </a:rPr>
              <a:t>แค่ชื่อ
และเบอร์โทร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1920240"/>
            <a:ext cx="1554480" cy="38404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130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6130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เข้าร่วม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3364992"/>
            <a:ext cx="109728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0F0F4"/>
                </a:solidFill>
                <a:latin typeface="Tahoma"/>
              </a:rPr>
              <a:t>ลงทะเบียน
ทันที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1920240"/>
            <a:ext cx="1554480" cy="384048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0722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Tahoma"/>
              </a:rPr>
              <a:t>สะสมแต้ม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364992"/>
            <a:ext cx="1097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Tahoma"/>
              </a:rPr>
              <a:t>แต้มทุก
ครั้งที่มา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1920240"/>
            <a:ext cx="1554480" cy="384048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314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Tahoma"/>
              </a:rPr>
              <a:t>แลกรางวัล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3364992"/>
            <a:ext cx="1097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Tahoma"/>
              </a:rPr>
              <a:t>แลกรางวัล
ที่ผู้ประกอบการ
กำหนด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1920240"/>
            <a:ext cx="1554480" cy="38404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99064" y="2121408"/>
            <a:ext cx="438912" cy="438912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99064" y="2139696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7249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กลับมาอีก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3364992"/>
            <a:ext cx="109728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14432" y="3547872"/>
            <a:ext cx="140817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0F0F4"/>
                </a:solidFill>
                <a:latin typeface="Tahoma"/>
              </a:rPr>
              <a:t>รางวัลดึงดูด
ให้กลับมา
ซ้ำ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0" y="5989320"/>
            <a:ext cx="5303520" cy="54864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0" y="6007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ahoma"/>
              </a:rPr>
              <a:t>เป้าหมายหลัก: ลูกค้าเข้าร่วมได้ภายใน 30 วินาที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การเปรียบเทียบ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ทำไม OneMember ถึงดีกว่า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755648"/>
            <a:ext cx="3657600" cy="438912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5A"/>
                </a:solidFill>
                <a:latin typeface="Tahoma"/>
              </a:rPr>
              <a:t>หัวข้อ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755648"/>
            <a:ext cx="4114800" cy="438912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8288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Tahoma"/>
              </a:rPr>
              <a:t>แบบดั้งเดิม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755648"/>
            <a:ext cx="3749039" cy="438912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ahoma"/>
              </a:rPr>
              <a:t>OneMember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194560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04288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การสมัครสมาชิก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94560"/>
            <a:ext cx="4114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304288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บัตรกระดาษ — หายง่าย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194560"/>
            <a:ext cx="3749039" cy="585216"/>
          </a:xfrm>
          <a:prstGeom prst="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04288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สแกน QR — ดิจิทัล ทันที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2194560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2779776"/>
            <a:ext cx="36576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889504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ข้อมูลลูกค้า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779776"/>
            <a:ext cx="41148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889504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ไม่มีการเก็บข้อมูล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779776"/>
            <a:ext cx="3749039" cy="585216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89504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โปรไฟล์ครบจากการสแกนครั้งแรก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779776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3364992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3474720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ติดตามแต้ม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3364992"/>
            <a:ext cx="4114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474720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ทำด้วยมือ — ผิดพลาดบ่อย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364992"/>
            <a:ext cx="3749039" cy="585216"/>
          </a:xfrm>
          <a:prstGeom prst="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474720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อัตโนมัติและเรียลไทม์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3364992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1168" y="3950208"/>
            <a:ext cx="36576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4059936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ของขวัญวันเกิด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3950208"/>
            <a:ext cx="41148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4059936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ทำเองหรือลืม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950208"/>
            <a:ext cx="3749039" cy="585216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059936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ส่งอีเมลอัตโนมัติในวันเกิด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3950208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53542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4645152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แคมเปญดึงลูกค้ากลับ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535424"/>
            <a:ext cx="4114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4645152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ทำไม่ได้เพราะไม่มีข้อมูล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4535424"/>
            <a:ext cx="3749039" cy="585216"/>
          </a:xfrm>
          <a:prstGeom prst="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645152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ทริกเกอร์อัตโนมัติเมื่อหายไป 30 วัน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4535424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168" y="5120640"/>
            <a:ext cx="36576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5230368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การวิเคราะห์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5120640"/>
            <a:ext cx="41148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5230368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ไม่มี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20" y="5120640"/>
            <a:ext cx="3749039" cy="585216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5230368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แดชบอร์ด: การมา การใช้จ่าย แนวโน้ม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" y="5120640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1168" y="5705856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" y="5815584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เวลาตั้งค่า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5705856"/>
            <a:ext cx="4114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5815584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ออกแบบ + พิมพ์ + แจก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5705856"/>
            <a:ext cx="3749039" cy="585216"/>
          </a:xfrm>
          <a:prstGeom prst="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5815584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ออนไลน์ภายใน 10 นาที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" y="5705856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1168" y="6291072"/>
            <a:ext cx="36576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" y="6400800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ค่าใช้จ่ายรายเดือน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6291072"/>
            <a:ext cx="4114800" cy="585216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6400800"/>
            <a:ext cx="3840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Tahoma"/>
              </a:rPr>
              <a:t>ค่าพิมพ์ + เวลาพนักงาน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6291072"/>
            <a:ext cx="3749039" cy="585216"/>
          </a:xfrm>
          <a:prstGeom prst="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6400800"/>
            <a:ext cx="347471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5A"/>
                </a:solidFill>
                <a:latin typeface="Tahoma"/>
              </a:rPr>
              <a:t>ค่ารายเดือนคงที่ ราคาเหมาะสม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" y="6291072"/>
            <a:ext cx="1152143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สำหรับธุรกิจของคุณ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ahoma"/>
              </a:rPr>
              <a:t>8 วิธีที่ OneMember เพิ่มรายได้ของคุณ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874519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1874519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เพิ่มฐานสมาชิก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เพิ่มสมาชิกอัตโนมัติ
ทุกครั้งที่ลูกค้าเข้ามา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874519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รู้จักลูกค้า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ข้อมูลประชากร ความถี่
พฤติกรรมการใช้จ่าย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874519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874519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โปรโมชันแบบเจาะกลุ่ม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ส่งออฟเฟอร์ที่ถูกคน
ถูกเวลา และถูกช่วงเวลา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รางวัลอัตโนมัติ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1744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วันเกิด วันครบรอบ
หมดอายุ — อัตโนมัติทั้งหมด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" y="4078223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" y="4078223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ลดการให้ส่วนลด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แทนส่วนลดแบบเหมา
ด้วยรางวัลสมาชิกที่มีคุณค่า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6704" y="4078223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46704" y="4078223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5072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แดชบอร์ดเดียว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สมาชิก ธุรกรรม รางวัล
รายงาน — ในที่เดียว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91072" y="4078223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91072" y="4078223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ราคาเหมาะสม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ค่ารายเดือนคงที่
ไม่มีค่าต่อธุรกรรม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078223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4078223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4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ตั้งค่าง่าย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81744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1744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ออนไลน์ภายใน 10 นาที
ไม่ต้องมีทีม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สำหรับลูกค้าของคุณ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ahoma"/>
              </a:rPr>
              <a:t>ประสบการณ์สมาชิกที่ลูกค้าจะใช้จริง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874519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1874519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ไม่ต้องโหลดแอป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ใช้ผ่านเบราว์เซอร์มือถือ
ไม่มีอุปสรรคในการเริ่มต้น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874519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เข้าร่วมใน 30 วินาที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แค่ชื่อและเบอร์โทร
ไม่ต้องการอะไรเพิ่ม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874519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874519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สะสมแต้มทุกครั้ง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แต้มหรือสแตมป์
ถูกบันทึกอัตโนมัติทุกครั้ง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0391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057399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แลกรางวัลทันที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1744" y="2606039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2715767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แลกที่เคาน์เตอร์
ได้ทันที ไม่ต้องรอ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" y="4078223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" y="4078223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ของขวัญวันเกิด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รับออฟเฟอร์พิเศษ
ในวันเกิดอัตโนมัติ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6704" y="4078223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46704" y="4078223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5072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ความเป็นส่วนตัว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เก็บข้อมูลน้อยที่สุด
ไม่ขอสิทธิ์ที่ไม่จำเป็น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91072" y="4078223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91072" y="4078223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ใช้ได้ทุกสาขา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ใช้งานได้ที่ทุกสาขา
ของธุรกิจเดียวกัน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078223"/>
            <a:ext cx="2743200" cy="2057400"/>
          </a:xfrm>
          <a:prstGeom prst="roundRect">
            <a:avLst/>
          </a:prstGeom>
          <a:solidFill>
            <a:srgbClr val="F0F0F4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4078223"/>
            <a:ext cx="274320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4" y="42428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261103"/>
            <a:ext cx="19385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E5A"/>
                </a:solidFill>
                <a:latin typeface="Tahoma"/>
              </a:rPr>
              <a:t>ไม่มีวันหาย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81744" y="4809743"/>
            <a:ext cx="2450592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1744" y="4919471"/>
            <a:ext cx="2450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บัตรดิจิทัล
หายไม่ได้ ลืมไม่ได้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ข้อมูลเชิงลึกทางธุรกิจ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ahoma"/>
              </a:rPr>
              <a:t>ข้อมูลสมาชิกของคุณ
คือความได้เปรียบทางการแข่งขัน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2377440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2377440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25146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คาดการณ์การหายไปของลูกค้า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035808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31546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รู้ว่าลูกค้าคนไหนเสี่ยง
ก่อนที่พวกเขาจะหยุดมา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377440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377440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5146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วิเคราะห์แคมเปญ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2272" y="3035808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1546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รู้ว่าโปรโมชันไหน
สร้างรายได้ — และไหนไม่ได้ผล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77440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377440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แบ่งกลุ่มการใช้จ่าย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035808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ลูกค้า 20% สูงสุด
สร้างรายได้ 80% ของคุณ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325112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" y="4325112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462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แผนที่ความถี่การมา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4983480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510235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รู้วันที่คึกคักที่สุด
เพื่อจังหวะโปรโมชันที่แม่นยำ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4325112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9392" y="4325112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462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ดึงลูกค้ากลับอัตโนมัติ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4983480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510235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ส่งออฟเฟอร์อัตโนมัติ
เมื่อสมาชิกหายไป 30 วัน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325112"/>
            <a:ext cx="3657600" cy="178308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325112"/>
            <a:ext cx="50800" cy="17830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462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ahoma"/>
              </a:rPr>
              <a:t>วัดผลตอบแทนแคมเปญ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983480"/>
            <a:ext cx="329184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510235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4"/>
                </a:solidFill>
                <a:latin typeface="Tahoma"/>
              </a:rPr>
              <a:t>เชื่อมทุกแคมเปญ
กับรายได้ที่เพิ่มขึ้นโดยตรง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Tahoma"/>
              </a:rPr>
              <a:t>เฟส 2 — OneMember Intelligence Layer  (เร็ว ๆ นี้)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ทิศทางของเรา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ahoma"/>
              </a:rPr>
              <a:t>กำลังสร้างระบบปฏิบัติการสำหรับธุรกิจท้องถิ่น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5833872"/>
            <a:ext cx="11387023" cy="254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336" y="1920240"/>
            <a:ext cx="1371600" cy="384048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C3A"/>
                </a:solidFill>
                <a:latin typeface="Tahoma"/>
              </a:rPr>
              <a:t>ตอนนี้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ระบบสมาชิก
ผู้ประกอบการ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5257800"/>
            <a:ext cx="969264" cy="347472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266944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1585"/>
                </a:solidFill>
                <a:latin typeface="Tahoma"/>
              </a:rPr>
              <a:t>● ใช้งานแล้ว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1920240"/>
            <a:ext cx="1371600" cy="3840480"/>
          </a:xfrm>
          <a:prstGeom prst="roundRect">
            <a:avLst/>
          </a:prstGeom>
          <a:solidFill>
            <a:srgbClr val="1A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กระเป๋า
ลูกค้า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920240"/>
            <a:ext cx="1371600" cy="3840480"/>
          </a:xfrm>
          <a:prstGeom prst="roundRect">
            <a:avLst/>
          </a:prstGeom>
          <a:solidFill>
            <a:srgbClr val="1A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Commerce
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920240"/>
            <a:ext cx="1371600" cy="3840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เชื่อมต่อ
POS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920240"/>
            <a:ext cx="1371600" cy="3840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จัดการ
สต็อก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8976" y="1920240"/>
            <a:ext cx="1371600" cy="3840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8976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ระบบ
บัญชี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1920240"/>
            <a:ext cx="1371600" cy="3840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AI &amp;
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71632" y="1920240"/>
            <a:ext cx="1371600" cy="3840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71632" y="20848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ahoma"/>
              </a:rPr>
              <a:t>เฟส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2514600"/>
            <a:ext cx="1371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ahoma"/>
              </a:rPr>
              <a:t>ขยาย
ภูมิภาค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6400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Tahoma"/>
              </a:rPr>
              <a:t>ทิศทางการเติบโต  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560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Tahoma"/>
              </a:rPr>
              <a:t>ทำไม ONEMEMBER ถึงแตกต่าง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ahoma"/>
              </a:rPr>
              <a:t>6 เหตุผลที่เราแตกต่าง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874519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1874519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1167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57399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ออกแบบเพื่อผู้ประกอบการ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87751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15767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ทุกฟีเจอร์สร้างเพื่อการเติบโตของธุรกิจ
ไม่ใช่คะแนนแอปสโตร์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74519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74519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7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057399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ไม่ต้องโหลดแอป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87751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15767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กำจัดอุปสรรคสูงสุดของการใช้งาน
ลูกค้าแค่สแกน เท่านั้นเอง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74519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74519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01167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057399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ความเป็นส่วนตัวเป็นหลัก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192" y="2587751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715767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เก็บข้อมูลน้อยที่สุด
ลูกค้าไว้วางใจผู้ประกอบการที่เคารพความเป็นส่วนตัว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" y="4032503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336" y="4032503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169663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15383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ออกแบบสำหรับไทยก่อน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745735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873751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บาทไทย ภาษาไทย บริบทธุรกิจไทย
ไม่ใช่ผลิตภัณฑ์ต่างชาติที่แปลมา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032503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4032503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69663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215383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ราคาสำหรับ SME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745735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873751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เครื่องมือระดับองค์กร
ในราคาที่ธุรกิจท้องถิ่นรับได้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032503"/>
            <a:ext cx="3657600" cy="20116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032503"/>
            <a:ext cx="50800" cy="20116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169663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1585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15383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Tahoma"/>
              </a:rPr>
              <a:t>ขยายได้ตามธุรกิจ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94192" y="4745735"/>
            <a:ext cx="3328416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4873751"/>
            <a:ext cx="33284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Tahoma"/>
              </a:rPr>
              <a:t>เริ่มสาขาเดียว เติบโตเป็นเชน
ระบบ OneMember ขยายตามได้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76895" y="320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1585"/>
                </a:solidFill>
                <a:latin typeface="Arial"/>
              </a:rPr>
              <a:t>one</a:t>
            </a:r>
            <a:r>
              <a:rPr sz="20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Tahoma"/>
              </a:rPr>
              <a:t>พร้อมจะเติบโตหรือยัง?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0F4"/>
                </a:solidFill>
                <a:latin typeface="Tahoma"/>
              </a:rPr>
              <a:t>เปลี่ยนทุกการเยี่ยมชมเป็นสมาชิกที่ภักดี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10128"/>
            <a:ext cx="5760720" cy="12700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3657600"/>
            <a:ext cx="3383280" cy="219456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77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เริ่มเลยวันนี้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4572000"/>
            <a:ext cx="228600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73659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E0F0"/>
                </a:solidFill>
                <a:latin typeface="Tahoma"/>
              </a:rPr>
              <a:t>สมัครใช้งานตอนนี้เลย
ใช้เวลาแค่ 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657600"/>
            <a:ext cx="3383280" cy="219456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77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ดูการสาธิต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57200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73659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เห็นสดๆ 15 นาที
สมัคร สร้างแคมเปญ จำลองการสแกน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657600"/>
            <a:ext cx="3383280" cy="219456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977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</a:rPr>
              <a:t>เรียนรู้เพิ่มเติม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457200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736592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Tahoma"/>
              </a:rPr>
              <a:t>รับสรุปหน้าเดียวกลับบ้าน
และนัดติดตามผลภายใน 48 ชม.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1585"/>
                </a:solidFill>
                <a:latin typeface="Arial"/>
              </a:rPr>
              <a:t>onemember.app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